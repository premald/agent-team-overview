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/>
            </a:pPr>
            <a:r>
              <a:t>Agent-Driven Teams at Scale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How we built a reusable multi-agent workflow and applied it to an existing codebase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Why multi-agent teams</a:t>
            </a:r>
          </a:p>
          <a:p>
            <a:pPr>
              <a:defRPr sz="1800"/>
            </a:pPr>
            <a:r>
              <a:t>Team model + workflow</a:t>
            </a:r>
          </a:p>
          <a:p>
            <a:pPr>
              <a:defRPr sz="1800"/>
            </a:pPr>
            <a:r>
              <a:t>Safety + memory</a:t>
            </a:r>
          </a:p>
          <a:p>
            <a:pPr>
              <a:defRPr sz="1800"/>
            </a:pPr>
            <a:r>
              <a:t>Applying to existing codebases</a:t>
            </a:r>
          </a:p>
          <a:p>
            <a:pPr>
              <a:defRPr sz="1800"/>
            </a:pPr>
            <a:r>
              <a:t>Example: Snake game</a:t>
            </a:r>
          </a:p>
          <a:p>
            <a:pPr>
              <a:defRPr sz="1800"/>
            </a:pPr>
            <a:r>
              <a:t>Scaling +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Why This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 need consistent, auditable changes across many repos</a:t>
            </a:r>
          </a:p>
          <a:p>
            <a:pPr>
              <a:defRPr sz="1800"/>
            </a:pPr>
            <a:r>
              <a:t>Specialist roles reduce context overload and improve quality</a:t>
            </a:r>
          </a:p>
          <a:p>
            <a:pPr>
              <a:defRPr sz="1800"/>
            </a:pPr>
            <a:r>
              <a:t>Memory + test backlog prevents knowledge loss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Agent Team Model</a:t>
            </a:r>
          </a:p>
        </p:txBody>
      </p:sp>
      <p:sp>
        <p:nvSpPr>
          <p:cNvPr id="3" name="Oval 2"/>
          <p:cNvSpPr/>
          <p:nvPr/>
        </p:nvSpPr>
        <p:spPr>
          <a:xfrm>
            <a:off x="3383280" y="1828800"/>
            <a:ext cx="1828800" cy="1828800"/>
          </a:xfrm>
          <a:prstGeom prst="ellipse">
            <a:avLst/>
          </a:prstGeom>
          <a:solidFill>
            <a:srgbClr val="FFF5DC"/>
          </a:solidFill>
          <a:ln>
            <a:solidFill>
              <a:srgbClr val="B48C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Coordinator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2011680" cy="914400"/>
          </a:xfrm>
          <a:prstGeom prst="roundRect">
            <a:avLst/>
          </a:prstGeom>
          <a:solidFill>
            <a:srgbClr val="EBEBE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Planner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914400"/>
            <a:ext cx="2011680" cy="914400"/>
          </a:xfrm>
          <a:prstGeom prst="roundRect">
            <a:avLst/>
          </a:prstGeom>
          <a:solidFill>
            <a:srgbClr val="EBEBE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Builder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2011680" cy="914400"/>
          </a:xfrm>
          <a:prstGeom prst="roundRect">
            <a:avLst/>
          </a:prstGeom>
          <a:solidFill>
            <a:srgbClr val="EBEBE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Reviewer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291840"/>
            <a:ext cx="2011680" cy="914400"/>
          </a:xfrm>
          <a:prstGeom prst="roundRect">
            <a:avLst/>
          </a:prstGeom>
          <a:solidFill>
            <a:srgbClr val="EBEBE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Researcher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Standard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11680"/>
            <a:ext cx="1828800" cy="1005840"/>
          </a:xfrm>
          <a:prstGeom prst="roundRect">
            <a:avLst/>
          </a:prstGeom>
          <a:solidFill>
            <a:srgbClr val="E6F0FF"/>
          </a:solidFill>
          <a:ln>
            <a:solidFill>
              <a:srgbClr val="78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Plan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651760" y="2011680"/>
            <a:ext cx="1828800" cy="1005840"/>
          </a:xfrm>
          <a:prstGeom prst="roundRect">
            <a:avLst/>
          </a:prstGeom>
          <a:solidFill>
            <a:srgbClr val="E6F0FF"/>
          </a:solidFill>
          <a:ln>
            <a:solidFill>
              <a:srgbClr val="78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Build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011680"/>
            <a:ext cx="1828800" cy="1005840"/>
          </a:xfrm>
          <a:prstGeom prst="roundRect">
            <a:avLst/>
          </a:prstGeom>
          <a:solidFill>
            <a:srgbClr val="E6F0FF"/>
          </a:solidFill>
          <a:ln>
            <a:solidFill>
              <a:srgbClr val="78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Review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011680"/>
            <a:ext cx="1828800" cy="1005840"/>
          </a:xfrm>
          <a:prstGeom prst="roundRect">
            <a:avLst/>
          </a:prstGeom>
          <a:solidFill>
            <a:srgbClr val="E6F0FF"/>
          </a:solidFill>
          <a:ln>
            <a:solidFill>
              <a:srgbClr val="78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Test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2011680"/>
            <a:ext cx="1828800" cy="1005840"/>
          </a:xfrm>
          <a:prstGeom prst="roundRect">
            <a:avLst/>
          </a:prstGeom>
          <a:solidFill>
            <a:srgbClr val="E6F0FF"/>
          </a:solidFill>
          <a:ln>
            <a:solidFill>
              <a:srgbClr val="788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Log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Safety + Tooling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Tool calling with approvals</a:t>
            </a:r>
          </a:p>
          <a:p>
            <a:pPr>
              <a:defRPr sz="1800"/>
            </a:pPr>
            <a:r>
              <a:t>Read-only vs write vs deploy</a:t>
            </a:r>
          </a:p>
          <a:p>
            <a:pPr>
              <a:defRPr sz="1800"/>
            </a:pPr>
            <a:r>
              <a:t>Human gate for side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Reusable team template</a:t>
            </a:r>
          </a:p>
          <a:p>
            <a:pPr>
              <a:defRPr sz="1800"/>
            </a:pPr>
            <a:r>
              <a:t>Project-specific tool extensions</a:t>
            </a:r>
          </a:p>
          <a:p>
            <a:pPr>
              <a:defRPr sz="1800"/>
            </a:pPr>
            <a:r>
              <a:t>Traceable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Memory Bank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Project brief</a:t>
            </a:r>
          </a:p>
          <a:p>
            <a:pPr>
              <a:defRPr sz="1800"/>
            </a:pPr>
            <a:r>
              <a:t>Active context</a:t>
            </a:r>
          </a:p>
          <a:p>
            <a:pPr>
              <a:defRPr sz="1800"/>
            </a:pPr>
            <a:r>
              <a:t>System patterns</a:t>
            </a:r>
          </a:p>
          <a:p>
            <a:pPr>
              <a:defRPr sz="1800"/>
            </a:pPr>
            <a:r>
              <a:t>Progress 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46304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Features list</a:t>
            </a:r>
          </a:p>
          <a:p>
            <a:pPr>
              <a:defRPr sz="1800"/>
            </a:pPr>
            <a:r>
              <a:t>Test backlog</a:t>
            </a:r>
          </a:p>
          <a:p>
            <a:pPr>
              <a:defRPr sz="1800"/>
            </a:pPr>
            <a:r>
              <a:t>Keeps continuity across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Apply to Existing Codebases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Drop in the agent-team folder and memory bank</a:t>
            </a:r>
          </a:p>
          <a:p>
            <a:pPr>
              <a:defRPr sz="1800"/>
            </a:pPr>
            <a:r>
              <a:t>Run workflow: plan → build → review → test</a:t>
            </a:r>
          </a:p>
          <a:p>
            <a:pPr>
              <a:defRPr sz="1800"/>
            </a:pPr>
            <a:r>
              <a:t>Persist decisions and tests automatically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Example: Snake Game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Added player name prompt (session)</a:t>
            </a:r>
          </a:p>
          <a:p>
            <a:pPr>
              <a:defRPr sz="1800"/>
            </a:pPr>
            <a:r>
              <a:t>Added high score tracking</a:t>
            </a:r>
          </a:p>
          <a:p>
            <a:pPr>
              <a:defRPr sz="1800"/>
            </a:pPr>
            <a:r>
              <a:t>Added mobile swipe controls</a:t>
            </a:r>
          </a:p>
          <a:p>
            <a:pPr>
              <a:defRPr sz="1800"/>
            </a:pPr>
            <a:r>
              <a:t>Updated README + memory bank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Scale &amp;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Standard workflow across teams</a:t>
            </a:r>
          </a:p>
          <a:p>
            <a:pPr>
              <a:defRPr sz="1800"/>
            </a:pPr>
            <a:r>
              <a:t>Auditability through logs</a:t>
            </a:r>
          </a:p>
          <a:p>
            <a:pPr>
              <a:defRPr sz="1800"/>
            </a:pPr>
            <a:r>
              <a:t>Feature + test backlog for QA continuity</a:t>
            </a:r>
          </a:p>
          <a:p>
            <a:pPr>
              <a:defRPr sz="1800"/>
            </a:pPr>
            <a:r>
              <a:t>Human approvals for risk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/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Pilot on 1–2 repos</a:t>
            </a:r>
          </a:p>
          <a:p>
            <a:pPr>
              <a:defRPr sz="1800"/>
            </a:pPr>
            <a:r>
              <a:t>Define risk tiers and approvals</a:t>
            </a:r>
          </a:p>
          <a:p>
            <a:pPr>
              <a:defRPr sz="1800"/>
            </a:pPr>
            <a:r>
              <a:t>Expand to broader 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